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3269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8078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7835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356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2590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095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7633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57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31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429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6326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548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ED719F-1139-98B5-F405-A7560CD3A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5511" y="447953"/>
            <a:ext cx="4361688" cy="1678710"/>
          </a:xfrm>
        </p:spPr>
        <p:txBody>
          <a:bodyPr>
            <a:normAutofit/>
          </a:bodyPr>
          <a:lstStyle/>
          <a:p>
            <a:pPr algn="l"/>
            <a:r>
              <a:rPr lang="tr-TR" sz="5400" dirty="0"/>
              <a:t>NEREDE YESEK?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C6D7963-D609-0142-D2DC-01E13E0A7D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8985" y="5673416"/>
            <a:ext cx="4206240" cy="1184584"/>
          </a:xfrm>
        </p:spPr>
        <p:txBody>
          <a:bodyPr>
            <a:normAutofit/>
          </a:bodyPr>
          <a:lstStyle/>
          <a:p>
            <a:pPr algn="l"/>
            <a:r>
              <a:rPr lang="tr-TR" dirty="0"/>
              <a:t>Necip Orkun YALÇIN</a:t>
            </a:r>
          </a:p>
        </p:txBody>
      </p:sp>
      <p:pic>
        <p:nvPicPr>
          <p:cNvPr id="52" name="Picture 3">
            <a:extLst>
              <a:ext uri="{FF2B5EF4-FFF2-40B4-BE49-F238E27FC236}">
                <a16:creationId xmlns:a16="http://schemas.microsoft.com/office/drawing/2014/main" id="{7060BB75-ED7B-6D2B-8398-E2C0DE8BDD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31" r="1363" b="-1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6AADA627-4D5A-779A-4900-5DF584368912}"/>
              </a:ext>
            </a:extLst>
          </p:cNvPr>
          <p:cNvSpPr txBox="1"/>
          <p:nvPr/>
        </p:nvSpPr>
        <p:spPr>
          <a:xfrm>
            <a:off x="6914582" y="2782669"/>
            <a:ext cx="38884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comprehensive Web GIS application developed for restaurant discovery, social interaction, and group decision-making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360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metin, harita, ekran görüntüsü, atlas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061AE37-4396-9752-C32D-BA3481CD1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0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5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, ekran görüntüsü, yazı tipi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019BFE-7EC7-95F7-4E2C-17E5CC762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01" y="1855616"/>
            <a:ext cx="5249008" cy="2448267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F0951A46-3C2D-B4FF-57A9-9DDFF1B97686}"/>
              </a:ext>
            </a:extLst>
          </p:cNvPr>
          <p:cNvSpPr txBox="1"/>
          <p:nvPr/>
        </p:nvSpPr>
        <p:spPr>
          <a:xfrm>
            <a:off x="6388100" y="2692400"/>
            <a:ext cx="4819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application secures user data by utilizing JWT for authentication and </a:t>
            </a:r>
            <a:r>
              <a:rPr lang="en-US" dirty="0" err="1"/>
              <a:t>Bcrypt</a:t>
            </a:r>
            <a:r>
              <a:rPr lang="en-US" dirty="0"/>
              <a:t> for password hashing.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68382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metin, ekran görüntüsü, ekran, görüntüleme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7F1553CC-BC1B-0798-C94C-A4A27C1EF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32" y="728420"/>
            <a:ext cx="4485928" cy="5401160"/>
          </a:xfrm>
          <a:prstGeom prst="rect">
            <a:avLst/>
          </a:prstGeom>
        </p:spPr>
      </p:pic>
      <p:pic>
        <p:nvPicPr>
          <p:cNvPr id="4" name="Resim 3" descr="metin, ekran görüntüsü, yazı tipi, harit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ACFB31E-FBE8-420C-D72E-B0ABFBA96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14" y="2995161"/>
            <a:ext cx="4681095" cy="2618239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A9C4EE9A-456C-82F5-1E30-DC84B49CA0F7}"/>
              </a:ext>
            </a:extLst>
          </p:cNvPr>
          <p:cNvSpPr txBox="1"/>
          <p:nvPr/>
        </p:nvSpPr>
        <p:spPr>
          <a:xfrm>
            <a:off x="6233114" y="1294658"/>
            <a:ext cx="459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can contribute spatial data by creating new spots on the map and rate these locations through the check-in system.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3731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02243A7-60F5-66B4-E317-10785C80D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098" y="2285147"/>
            <a:ext cx="3324689" cy="3667637"/>
          </a:xfrm>
          <a:prstGeom prst="rect">
            <a:avLst/>
          </a:prstGeom>
        </p:spPr>
      </p:pic>
      <p:pic>
        <p:nvPicPr>
          <p:cNvPr id="3" name="Resim 2" descr="metin, ekran görüntüsü, yazılım, işletim sistem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9DA5D4F-AF13-2F46-E3A5-FC50A76E3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226" y="132401"/>
            <a:ext cx="2998504" cy="5963599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4B309F8B-165E-AF52-77F8-7391087E32CD}"/>
              </a:ext>
            </a:extLst>
          </p:cNvPr>
          <p:cNvSpPr txBox="1"/>
          <p:nvPr/>
        </p:nvSpPr>
        <p:spPr>
          <a:xfrm>
            <a:off x="913398" y="1076325"/>
            <a:ext cx="502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can form new squads to make collective dining decisions and initiate live voting sessions for restaurants within these groups.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31228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9899CD83-8F04-BA93-5087-2BDAC519EE91}"/>
              </a:ext>
            </a:extLst>
          </p:cNvPr>
          <p:cNvSpPr txBox="1"/>
          <p:nvPr/>
        </p:nvSpPr>
        <p:spPr>
          <a:xfrm>
            <a:off x="3352800" y="2647950"/>
            <a:ext cx="635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/>
              <a:t>THANK YOU FOR LİSTENİNG.</a:t>
            </a:r>
          </a:p>
        </p:txBody>
      </p:sp>
    </p:spTree>
    <p:extLst>
      <p:ext uri="{BB962C8B-B14F-4D97-AF65-F5344CB8AC3E}">
        <p14:creationId xmlns:p14="http://schemas.microsoft.com/office/powerpoint/2010/main" val="3668647737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Geçmişe bakış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86</Words>
  <Application>Microsoft Office PowerPoint</Application>
  <PresentationFormat>Geniş ekran</PresentationFormat>
  <Paragraphs>7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Geçmişe bakış</vt:lpstr>
      <vt:lpstr>NEREDE YESEK?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NECIP ORKUN YALCIN</dc:creator>
  <cp:lastModifiedBy>NECIP ORKUN YALCIN</cp:lastModifiedBy>
  <cp:revision>1</cp:revision>
  <dcterms:created xsi:type="dcterms:W3CDTF">2026-01-16T05:06:30Z</dcterms:created>
  <dcterms:modified xsi:type="dcterms:W3CDTF">2026-01-16T05:42:16Z</dcterms:modified>
</cp:coreProperties>
</file>